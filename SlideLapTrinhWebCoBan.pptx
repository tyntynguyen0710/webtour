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Sair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6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8" d="100"/>
          <a:sy n="58" d="100"/>
        </p:scale>
        <p:origin x="538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86025" y="1939163"/>
            <a:ext cx="13363575" cy="7477125"/>
            <a:chOff x="0" y="0"/>
            <a:chExt cx="3420621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20621" cy="1913890"/>
            </a:xfrm>
            <a:custGeom>
              <a:avLst/>
              <a:gdLst/>
              <a:ahLst/>
              <a:cxnLst/>
              <a:rect l="l" t="t" r="r" b="b"/>
              <a:pathLst>
                <a:path w="3420621" h="1913890">
                  <a:moveTo>
                    <a:pt x="0" y="0"/>
                  </a:moveTo>
                  <a:lnTo>
                    <a:pt x="3420621" y="0"/>
                  </a:lnTo>
                  <a:lnTo>
                    <a:pt x="342062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308025" y="656615"/>
            <a:ext cx="13671950" cy="8973771"/>
          </a:xfrm>
          <a:custGeom>
            <a:avLst/>
            <a:gdLst/>
            <a:ahLst/>
            <a:cxnLst/>
            <a:rect l="l" t="t" r="r" b="b"/>
            <a:pathLst>
              <a:path w="13671950" h="8973771">
                <a:moveTo>
                  <a:pt x="0" y="0"/>
                </a:moveTo>
                <a:lnTo>
                  <a:pt x="13671950" y="0"/>
                </a:lnTo>
                <a:lnTo>
                  <a:pt x="13671950" y="8973770"/>
                </a:lnTo>
                <a:lnTo>
                  <a:pt x="0" y="8973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48198" y="3200400"/>
            <a:ext cx="1345552" cy="1054423"/>
          </a:xfrm>
          <a:custGeom>
            <a:avLst/>
            <a:gdLst/>
            <a:ahLst/>
            <a:cxnLst/>
            <a:rect l="l" t="t" r="r" b="b"/>
            <a:pathLst>
              <a:path w="1345552" h="1054423">
                <a:moveTo>
                  <a:pt x="0" y="0"/>
                </a:moveTo>
                <a:lnTo>
                  <a:pt x="1345551" y="0"/>
                </a:lnTo>
                <a:lnTo>
                  <a:pt x="1345551" y="1054423"/>
                </a:lnTo>
                <a:lnTo>
                  <a:pt x="0" y="1054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36163">
            <a:off x="1580301" y="5195494"/>
            <a:ext cx="1811447" cy="3343275"/>
          </a:xfrm>
          <a:custGeom>
            <a:avLst/>
            <a:gdLst/>
            <a:ahLst/>
            <a:cxnLst/>
            <a:rect l="l" t="t" r="r" b="b"/>
            <a:pathLst>
              <a:path w="1811447" h="3343275">
                <a:moveTo>
                  <a:pt x="0" y="0"/>
                </a:moveTo>
                <a:lnTo>
                  <a:pt x="1811448" y="0"/>
                </a:lnTo>
                <a:lnTo>
                  <a:pt x="1811448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76526" y="1985922"/>
            <a:ext cx="13334948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6"/>
              </a:lnSpc>
            </a:pPr>
            <a:r>
              <a:rPr lang="en-US" sz="984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Web Tour Long Phúc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6025" y="4100512"/>
            <a:ext cx="13325449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Báo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cáo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Lập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Web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Sinh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viên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- Nguyễn Phi Long – 21130437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- Nguyễn Đức Phúc – 21130479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GVHD: </a:t>
            </a:r>
            <a:r>
              <a:rPr lang="en-US" sz="44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ThS</a:t>
            </a:r>
            <a:r>
              <a:rPr lang="en-US" sz="44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. Lê Phi Hùng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308025" y="656614"/>
            <a:ext cx="13671950" cy="8973771"/>
            <a:chOff x="0" y="0"/>
            <a:chExt cx="18229267" cy="11965028"/>
          </a:xfrm>
        </p:grpSpPr>
        <p:grpSp>
          <p:nvGrpSpPr>
            <p:cNvPr id="4" name="Group 4"/>
            <p:cNvGrpSpPr/>
            <p:nvPr/>
          </p:nvGrpSpPr>
          <p:grpSpPr>
            <a:xfrm>
              <a:off x="237334" y="1710065"/>
              <a:ext cx="17818100" cy="9969500"/>
              <a:chOff x="0" y="0"/>
              <a:chExt cx="3420621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2062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420621" h="1913890">
                    <a:moveTo>
                      <a:pt x="0" y="0"/>
                    </a:moveTo>
                    <a:lnTo>
                      <a:pt x="3420621" y="0"/>
                    </a:lnTo>
                    <a:lnTo>
                      <a:pt x="3420621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18229267" cy="11965028"/>
            </a:xfrm>
            <a:custGeom>
              <a:avLst/>
              <a:gdLst/>
              <a:ahLst/>
              <a:cxnLst/>
              <a:rect l="l" t="t" r="r" b="b"/>
              <a:pathLst>
                <a:path w="18229267" h="11965028">
                  <a:moveTo>
                    <a:pt x="0" y="0"/>
                  </a:moveTo>
                  <a:lnTo>
                    <a:pt x="18229267" y="0"/>
                  </a:lnTo>
                  <a:lnTo>
                    <a:pt x="18229267" y="11965028"/>
                  </a:lnTo>
                  <a:lnTo>
                    <a:pt x="0" y="11965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437260" y="6082253"/>
            <a:ext cx="2527498" cy="1948654"/>
            <a:chOff x="0" y="0"/>
            <a:chExt cx="3369998" cy="2598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69998" cy="2598205"/>
            </a:xfrm>
            <a:custGeom>
              <a:avLst/>
              <a:gdLst/>
              <a:ahLst/>
              <a:cxnLst/>
              <a:rect l="l" t="t" r="r" b="b"/>
              <a:pathLst>
                <a:path w="3369998" h="2598205">
                  <a:moveTo>
                    <a:pt x="0" y="0"/>
                  </a:moveTo>
                  <a:lnTo>
                    <a:pt x="3369998" y="0"/>
                  </a:lnTo>
                  <a:lnTo>
                    <a:pt x="3369998" y="2598205"/>
                  </a:lnTo>
                  <a:lnTo>
                    <a:pt x="0" y="2598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221" r="-222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499301" y="960647"/>
              <a:ext cx="2371395" cy="610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endParaRPr lang="vi-VN" sz="269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74837" y="2884808"/>
            <a:ext cx="2749352" cy="2045990"/>
            <a:chOff x="0" y="0"/>
            <a:chExt cx="3665803" cy="2727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65803" cy="2727987"/>
            </a:xfrm>
            <a:custGeom>
              <a:avLst/>
              <a:gdLst/>
              <a:ahLst/>
              <a:cxnLst/>
              <a:rect l="l" t="t" r="r" b="b"/>
              <a:pathLst>
                <a:path w="3665803" h="2727987">
                  <a:moveTo>
                    <a:pt x="0" y="0"/>
                  </a:moveTo>
                  <a:lnTo>
                    <a:pt x="3665803" y="0"/>
                  </a:lnTo>
                  <a:lnTo>
                    <a:pt x="3665803" y="2727987"/>
                  </a:lnTo>
                  <a:lnTo>
                    <a:pt x="0" y="27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405" r="-40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741494" y="1025539"/>
              <a:ext cx="1934148" cy="610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Kỹ</a:t>
              </a:r>
              <a:r>
                <a:rPr lang="en-US" sz="270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thuật</a:t>
              </a:r>
              <a:r>
                <a:rPr lang="en-US" sz="270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47895" y="2756449"/>
            <a:ext cx="2468802" cy="2257054"/>
            <a:chOff x="0" y="0"/>
            <a:chExt cx="3291736" cy="30094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91736" cy="3009405"/>
            </a:xfrm>
            <a:custGeom>
              <a:avLst/>
              <a:gdLst/>
              <a:ahLst/>
              <a:cxnLst/>
              <a:rect l="l" t="t" r="r" b="b"/>
              <a:pathLst>
                <a:path w="3291736" h="3009405">
                  <a:moveTo>
                    <a:pt x="0" y="0"/>
                  </a:moveTo>
                  <a:lnTo>
                    <a:pt x="3291736" y="0"/>
                  </a:lnTo>
                  <a:lnTo>
                    <a:pt x="3291736" y="3009405"/>
                  </a:lnTo>
                  <a:lnTo>
                    <a:pt x="0" y="3009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1924" r="-1192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9099" y="848717"/>
              <a:ext cx="3013541" cy="1255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7"/>
                </a:lnSpc>
              </a:pPr>
              <a:r>
                <a:rPr lang="vi-VN" sz="2698" b="1" dirty="0">
                  <a:solidFill>
                    <a:srgbClr val="0000FF"/>
                  </a:solidFill>
                  <a:ea typeface="Arial Bold"/>
                  <a:cs typeface="Arial Bold"/>
                  <a:sym typeface="Arial Bold"/>
                  <a:hlinkClick r:id="rId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Giới thiệu đồ án</a:t>
              </a:r>
              <a:endParaRPr lang="en-US" sz="2698" b="1" dirty="0">
                <a:solidFill>
                  <a:srgbClr val="FF0000"/>
                </a:solidFill>
                <a:ea typeface="Arial Bold"/>
                <a:cs typeface="Arial Bold"/>
                <a:sym typeface="Arial Bold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05435" y="6115623"/>
            <a:ext cx="2527498" cy="1865753"/>
            <a:chOff x="0" y="0"/>
            <a:chExt cx="3369998" cy="24876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69998" cy="2487671"/>
            </a:xfrm>
            <a:custGeom>
              <a:avLst/>
              <a:gdLst/>
              <a:ahLst/>
              <a:cxnLst/>
              <a:rect l="l" t="t" r="r" b="b"/>
              <a:pathLst>
                <a:path w="3369998" h="2487671">
                  <a:moveTo>
                    <a:pt x="0" y="0"/>
                  </a:moveTo>
                  <a:lnTo>
                    <a:pt x="3369998" y="0"/>
                  </a:lnTo>
                  <a:lnTo>
                    <a:pt x="3369998" y="2487671"/>
                  </a:lnTo>
                  <a:lnTo>
                    <a:pt x="0" y="2487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652795" y="905380"/>
              <a:ext cx="1778076" cy="610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Kết</a:t>
              </a:r>
              <a:r>
                <a:rPr lang="en-US" sz="270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quả</a:t>
              </a:r>
              <a:endParaRPr lang="en-US" sz="2700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32839" y="2718106"/>
            <a:ext cx="2846473" cy="2216351"/>
            <a:chOff x="0" y="0"/>
            <a:chExt cx="3795297" cy="29551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95297" cy="2955135"/>
            </a:xfrm>
            <a:custGeom>
              <a:avLst/>
              <a:gdLst/>
              <a:ahLst/>
              <a:cxnLst/>
              <a:rect l="l" t="t" r="r" b="b"/>
              <a:pathLst>
                <a:path w="3795297" h="2955135">
                  <a:moveTo>
                    <a:pt x="0" y="0"/>
                  </a:moveTo>
                  <a:lnTo>
                    <a:pt x="3795297" y="0"/>
                  </a:lnTo>
                  <a:lnTo>
                    <a:pt x="3795297" y="2955135"/>
                  </a:lnTo>
                  <a:lnTo>
                    <a:pt x="0" y="2955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739" r="-273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1179182"/>
              <a:ext cx="3575126" cy="1245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Các </a:t>
              </a:r>
              <a:r>
                <a:rPr lang="en-US" sz="2699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tính</a:t>
              </a:r>
              <a:r>
                <a:rPr lang="en-US" sz="2699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699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năng</a:t>
              </a:r>
              <a:r>
                <a:rPr lang="en-US" sz="2699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699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cơ</a:t>
              </a:r>
              <a:r>
                <a:rPr lang="en-US" sz="2699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699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bản</a:t>
              </a:r>
              <a:endParaRPr lang="en-US" sz="269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08025" y="656615"/>
            <a:ext cx="13671950" cy="8973771"/>
            <a:chOff x="0" y="0"/>
            <a:chExt cx="18229267" cy="11965028"/>
          </a:xfrm>
        </p:grpSpPr>
        <p:grpSp>
          <p:nvGrpSpPr>
            <p:cNvPr id="4" name="Group 4"/>
            <p:cNvGrpSpPr/>
            <p:nvPr/>
          </p:nvGrpSpPr>
          <p:grpSpPr>
            <a:xfrm>
              <a:off x="237334" y="1710065"/>
              <a:ext cx="17818100" cy="9969500"/>
              <a:chOff x="0" y="0"/>
              <a:chExt cx="3420621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2062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420621" h="1913890">
                    <a:moveTo>
                      <a:pt x="0" y="0"/>
                    </a:moveTo>
                    <a:lnTo>
                      <a:pt x="3420621" y="0"/>
                    </a:lnTo>
                    <a:lnTo>
                      <a:pt x="3420621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18229267" cy="11965028"/>
            </a:xfrm>
            <a:custGeom>
              <a:avLst/>
              <a:gdLst/>
              <a:ahLst/>
              <a:cxnLst/>
              <a:rect l="l" t="t" r="r" b="b"/>
              <a:pathLst>
                <a:path w="18229267" h="11965028">
                  <a:moveTo>
                    <a:pt x="0" y="0"/>
                  </a:moveTo>
                  <a:lnTo>
                    <a:pt x="18229267" y="0"/>
                  </a:lnTo>
                  <a:lnTo>
                    <a:pt x="18229267" y="11965028"/>
                  </a:lnTo>
                  <a:lnTo>
                    <a:pt x="0" y="11965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766570" y="2117947"/>
            <a:ext cx="12990843" cy="1943623"/>
            <a:chOff x="0" y="-38100"/>
            <a:chExt cx="17321124" cy="2591497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947"/>
              <a:ext cx="17321124" cy="552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2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321124" cy="14927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52"/>
                </a:lnSpc>
                <a:spcBef>
                  <a:spcPct val="0"/>
                </a:spcBef>
              </a:pPr>
              <a:r>
                <a:rPr lang="en-US" sz="771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Giới</a:t>
              </a:r>
              <a:r>
                <a:rPr lang="en-US" sz="771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771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thiệu</a:t>
              </a:r>
              <a:r>
                <a:rPr lang="en-US" sz="771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771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đồ</a:t>
              </a:r>
              <a:r>
                <a:rPr lang="en-US" sz="7710" b="1" dirty="0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7710" b="1" dirty="0" err="1">
                  <a:solidFill>
                    <a:srgbClr val="E5645E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án</a:t>
              </a:r>
              <a:endParaRPr lang="en-US" sz="7710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125772" y="5900198"/>
            <a:ext cx="5007704" cy="3132091"/>
          </a:xfrm>
          <a:custGeom>
            <a:avLst/>
            <a:gdLst/>
            <a:ahLst/>
            <a:cxnLst/>
            <a:rect l="l" t="t" r="r" b="b"/>
            <a:pathLst>
              <a:path w="5007704" h="3132091">
                <a:moveTo>
                  <a:pt x="0" y="0"/>
                </a:moveTo>
                <a:lnTo>
                  <a:pt x="5007704" y="0"/>
                </a:lnTo>
                <a:lnTo>
                  <a:pt x="5007704" y="3132091"/>
                </a:lnTo>
                <a:lnTo>
                  <a:pt x="0" y="3132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6994640"/>
            <a:ext cx="3004575" cy="2037648"/>
          </a:xfrm>
          <a:custGeom>
            <a:avLst/>
            <a:gdLst/>
            <a:ahLst/>
            <a:cxnLst/>
            <a:rect l="l" t="t" r="r" b="b"/>
            <a:pathLst>
              <a:path w="3004575" h="2037648">
                <a:moveTo>
                  <a:pt x="0" y="0"/>
                </a:moveTo>
                <a:lnTo>
                  <a:pt x="3004575" y="0"/>
                </a:lnTo>
                <a:lnTo>
                  <a:pt x="3004575" y="2037649"/>
                </a:lnTo>
                <a:lnTo>
                  <a:pt x="0" y="2037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129248" flipH="1">
            <a:off x="15300608" y="2307984"/>
            <a:ext cx="1442095" cy="2661584"/>
          </a:xfrm>
          <a:custGeom>
            <a:avLst/>
            <a:gdLst/>
            <a:ahLst/>
            <a:cxnLst/>
            <a:rect l="l" t="t" r="r" b="b"/>
            <a:pathLst>
              <a:path w="1442095" h="2661584">
                <a:moveTo>
                  <a:pt x="1442095" y="0"/>
                </a:moveTo>
                <a:lnTo>
                  <a:pt x="0" y="0"/>
                </a:lnTo>
                <a:lnTo>
                  <a:pt x="0" y="2661585"/>
                </a:lnTo>
                <a:lnTo>
                  <a:pt x="1442095" y="2661585"/>
                </a:lnTo>
                <a:lnTo>
                  <a:pt x="14420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530988" y="3766295"/>
            <a:ext cx="1298376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Đề tài: Xây dựng website Du lịch – Công ty Du lịch Long Phúc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66570" y="4848225"/>
            <a:ext cx="1256607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Mục đích: Giới thiệu tour du lịch và hỗ trợ khách hàng đặt tour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6570" y="5871623"/>
            <a:ext cx="994756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Đối tượng sử dụng: Khách hàng và Quản trị viên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70948" y="1542493"/>
            <a:ext cx="14280979" cy="6179769"/>
            <a:chOff x="0" y="0"/>
            <a:chExt cx="19041306" cy="8239692"/>
          </a:xfrm>
        </p:grpSpPr>
        <p:grpSp>
          <p:nvGrpSpPr>
            <p:cNvPr id="3" name="Group 3"/>
            <p:cNvGrpSpPr/>
            <p:nvPr/>
          </p:nvGrpSpPr>
          <p:grpSpPr>
            <a:xfrm>
              <a:off x="148027" y="2347862"/>
              <a:ext cx="18760682" cy="5652794"/>
              <a:chOff x="0" y="0"/>
              <a:chExt cx="1844847" cy="55587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44847" cy="555872"/>
              </a:xfrm>
              <a:custGeom>
                <a:avLst/>
                <a:gdLst/>
                <a:ahLst/>
                <a:cxnLst/>
                <a:rect l="l" t="t" r="r" b="b"/>
                <a:pathLst>
                  <a:path w="1844847" h="555872">
                    <a:moveTo>
                      <a:pt x="0" y="0"/>
                    </a:moveTo>
                    <a:lnTo>
                      <a:pt x="1844847" y="0"/>
                    </a:lnTo>
                    <a:lnTo>
                      <a:pt x="1844847" y="555872"/>
                    </a:lnTo>
                    <a:lnTo>
                      <a:pt x="0" y="555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0" y="0"/>
              <a:ext cx="19041306" cy="8239692"/>
            </a:xfrm>
            <a:custGeom>
              <a:avLst/>
              <a:gdLst/>
              <a:ahLst/>
              <a:cxnLst/>
              <a:rect l="l" t="t" r="r" b="b"/>
              <a:pathLst>
                <a:path w="19041306" h="8239692">
                  <a:moveTo>
                    <a:pt x="0" y="0"/>
                  </a:moveTo>
                  <a:lnTo>
                    <a:pt x="19041306" y="0"/>
                  </a:lnTo>
                  <a:lnTo>
                    <a:pt x="19041306" y="8239692"/>
                  </a:lnTo>
                  <a:lnTo>
                    <a:pt x="0" y="8239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900993">
            <a:off x="15422980" y="3739552"/>
            <a:ext cx="1496488" cy="2569078"/>
          </a:xfrm>
          <a:custGeom>
            <a:avLst/>
            <a:gdLst/>
            <a:ahLst/>
            <a:cxnLst/>
            <a:rect l="l" t="t" r="r" b="b"/>
            <a:pathLst>
              <a:path w="1496488" h="2569078">
                <a:moveTo>
                  <a:pt x="0" y="0"/>
                </a:moveTo>
                <a:lnTo>
                  <a:pt x="1496488" y="0"/>
                </a:lnTo>
                <a:lnTo>
                  <a:pt x="1496488" y="2569078"/>
                </a:lnTo>
                <a:lnTo>
                  <a:pt x="0" y="256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83116" y="4065805"/>
            <a:ext cx="12656643" cy="141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3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Các </a:t>
            </a:r>
            <a:r>
              <a:rPr lang="en-US" sz="8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tính</a:t>
            </a:r>
            <a:r>
              <a:rPr lang="en-US" sz="8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8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năng</a:t>
            </a:r>
            <a:r>
              <a:rPr lang="en-US" sz="8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8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cơ</a:t>
            </a:r>
            <a:r>
              <a:rPr lang="en-US" sz="8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8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bản</a:t>
            </a:r>
            <a:endParaRPr lang="en-US" sz="8000" b="1" dirty="0">
              <a:solidFill>
                <a:srgbClr val="E5645E"/>
              </a:solidFill>
              <a:latin typeface="Arial" panose="020B0604020202020204" pitchFamily="34" charset="0"/>
              <a:ea typeface="Saira Bold"/>
              <a:cs typeface="Arial" panose="020B0604020202020204" pitchFamily="34" charset="0"/>
              <a:sym typeface="Saira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61262" y="5627905"/>
            <a:ext cx="1819372" cy="1425726"/>
          </a:xfrm>
          <a:custGeom>
            <a:avLst/>
            <a:gdLst/>
            <a:ahLst/>
            <a:cxnLst/>
            <a:rect l="l" t="t" r="r" b="b"/>
            <a:pathLst>
              <a:path w="1819372" h="1425726">
                <a:moveTo>
                  <a:pt x="0" y="0"/>
                </a:moveTo>
                <a:lnTo>
                  <a:pt x="1819372" y="0"/>
                </a:lnTo>
                <a:lnTo>
                  <a:pt x="1819372" y="1425727"/>
                </a:lnTo>
                <a:lnTo>
                  <a:pt x="0" y="1425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80537" y="1887973"/>
            <a:ext cx="5438549" cy="6399799"/>
            <a:chOff x="0" y="0"/>
            <a:chExt cx="5396230" cy="6350000"/>
          </a:xfrm>
        </p:grpSpPr>
        <p:sp>
          <p:nvSpPr>
            <p:cNvPr id="3" name="Freeform 3"/>
            <p:cNvSpPr/>
            <p:nvPr/>
          </p:nvSpPr>
          <p:spPr>
            <a:xfrm>
              <a:off x="11430" y="11430"/>
              <a:ext cx="5373370" cy="6327140"/>
            </a:xfrm>
            <a:custGeom>
              <a:avLst/>
              <a:gdLst/>
              <a:ahLst/>
              <a:cxnLst/>
              <a:rect l="l" t="t" r="r" b="b"/>
              <a:pathLst>
                <a:path w="5373370" h="6327140">
                  <a:moveTo>
                    <a:pt x="5372100" y="661670"/>
                  </a:moveTo>
                  <a:lnTo>
                    <a:pt x="5372100" y="890270"/>
                  </a:lnTo>
                  <a:moveTo>
                    <a:pt x="5372100" y="890270"/>
                  </a:moveTo>
                  <a:lnTo>
                    <a:pt x="5372100" y="6327140"/>
                  </a:lnTo>
                  <a:lnTo>
                    <a:pt x="5373370" y="6327140"/>
                  </a:lnTo>
                  <a:lnTo>
                    <a:pt x="0" y="6327140"/>
                  </a:lnTo>
                  <a:lnTo>
                    <a:pt x="0" y="0"/>
                  </a:lnTo>
                  <a:lnTo>
                    <a:pt x="5372100" y="0"/>
                  </a:lnTo>
                  <a:lnTo>
                    <a:pt x="5372100" y="661670"/>
                  </a:lnTo>
                </a:path>
              </a:pathLst>
            </a:custGeom>
            <a:blipFill>
              <a:blip r:embed="rId2"/>
              <a:stretch>
                <a:fillRect t="-615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430" y="6102350"/>
              <a:ext cx="5373370" cy="236220"/>
            </a:xfrm>
            <a:custGeom>
              <a:avLst/>
              <a:gdLst/>
              <a:ahLst/>
              <a:cxnLst/>
              <a:rect l="l" t="t" r="r" b="b"/>
              <a:pathLst>
                <a:path w="5373370" h="236220">
                  <a:moveTo>
                    <a:pt x="4269740" y="0"/>
                  </a:moveTo>
                  <a:lnTo>
                    <a:pt x="5372100" y="0"/>
                  </a:lnTo>
                  <a:lnTo>
                    <a:pt x="5372100" y="236220"/>
                  </a:lnTo>
                  <a:lnTo>
                    <a:pt x="5373370" y="236220"/>
                  </a:lnTo>
                  <a:lnTo>
                    <a:pt x="0" y="236220"/>
                  </a:lnTo>
                  <a:lnTo>
                    <a:pt x="0" y="0"/>
                  </a:lnTo>
                  <a:lnTo>
                    <a:pt x="4206240" y="0"/>
                  </a:lnTo>
                  <a:moveTo>
                    <a:pt x="4206240" y="0"/>
                  </a:moveTo>
                  <a:lnTo>
                    <a:pt x="4268470" y="0"/>
                  </a:lnTo>
                </a:path>
              </a:pathLst>
            </a:custGeom>
            <a:solidFill>
              <a:srgbClr val="FFECC9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1430" y="11430"/>
              <a:ext cx="5373370" cy="6327140"/>
            </a:xfrm>
            <a:custGeom>
              <a:avLst/>
              <a:gdLst/>
              <a:ahLst/>
              <a:cxnLst/>
              <a:rect l="l" t="t" r="r" b="b"/>
              <a:pathLst>
                <a:path w="5373370" h="6327140">
                  <a:moveTo>
                    <a:pt x="1908810" y="6327140"/>
                  </a:moveTo>
                  <a:lnTo>
                    <a:pt x="346710" y="6327140"/>
                  </a:lnTo>
                  <a:lnTo>
                    <a:pt x="346710" y="6090920"/>
                  </a:lnTo>
                  <a:lnTo>
                    <a:pt x="1908810" y="6090920"/>
                  </a:lnTo>
                  <a:lnTo>
                    <a:pt x="1908810" y="6327140"/>
                  </a:lnTo>
                  <a:close/>
                  <a:moveTo>
                    <a:pt x="5373370" y="0"/>
                  </a:moveTo>
                  <a:lnTo>
                    <a:pt x="0" y="0"/>
                  </a:lnTo>
                  <a:lnTo>
                    <a:pt x="0" y="459740"/>
                  </a:lnTo>
                  <a:lnTo>
                    <a:pt x="5372100" y="459740"/>
                  </a:lnTo>
                  <a:lnTo>
                    <a:pt x="5372100" y="0"/>
                  </a:lnTo>
                  <a:lnTo>
                    <a:pt x="5373370" y="0"/>
                  </a:lnTo>
                  <a:close/>
                </a:path>
              </a:pathLst>
            </a:custGeom>
            <a:solidFill>
              <a:srgbClr val="F6BBB7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98120" y="160020"/>
              <a:ext cx="650240" cy="162560"/>
            </a:xfrm>
            <a:custGeom>
              <a:avLst/>
              <a:gdLst/>
              <a:ahLst/>
              <a:cxnLst/>
              <a:rect l="l" t="t" r="r" b="b"/>
              <a:pathLst>
                <a:path w="650240" h="162560">
                  <a:moveTo>
                    <a:pt x="162560" y="81280"/>
                  </a:moveTo>
                  <a:cubicBezTo>
                    <a:pt x="162560" y="125730"/>
                    <a:pt x="125730" y="162560"/>
                    <a:pt x="81280" y="162560"/>
                  </a:cubicBezTo>
                  <a:cubicBezTo>
                    <a:pt x="36830" y="162560"/>
                    <a:pt x="0" y="125730"/>
                    <a:pt x="0" y="81280"/>
                  </a:cubicBezTo>
                  <a:cubicBezTo>
                    <a:pt x="0" y="36830"/>
                    <a:pt x="36830" y="0"/>
                    <a:pt x="81280" y="0"/>
                  </a:cubicBezTo>
                  <a:cubicBezTo>
                    <a:pt x="125730" y="0"/>
                    <a:pt x="162560" y="36830"/>
                    <a:pt x="162560" y="81280"/>
                  </a:cubicBezTo>
                  <a:close/>
                  <a:moveTo>
                    <a:pt x="650240" y="81280"/>
                  </a:moveTo>
                  <a:cubicBezTo>
                    <a:pt x="650240" y="125730"/>
                    <a:pt x="613410" y="162560"/>
                    <a:pt x="568960" y="162560"/>
                  </a:cubicBezTo>
                  <a:cubicBezTo>
                    <a:pt x="524510" y="162560"/>
                    <a:pt x="487680" y="125730"/>
                    <a:pt x="487680" y="81280"/>
                  </a:cubicBezTo>
                  <a:cubicBezTo>
                    <a:pt x="487680" y="36830"/>
                    <a:pt x="524510" y="0"/>
                    <a:pt x="568960" y="0"/>
                  </a:cubicBezTo>
                  <a:cubicBezTo>
                    <a:pt x="614680" y="0"/>
                    <a:pt x="650240" y="36830"/>
                    <a:pt x="650240" y="81280"/>
                  </a:cubicBezTo>
                  <a:close/>
                  <a:moveTo>
                    <a:pt x="406400" y="81280"/>
                  </a:moveTo>
                  <a:cubicBezTo>
                    <a:pt x="406400" y="125730"/>
                    <a:pt x="369570" y="162560"/>
                    <a:pt x="325120" y="162560"/>
                  </a:cubicBezTo>
                  <a:cubicBezTo>
                    <a:pt x="280670" y="162560"/>
                    <a:pt x="243840" y="125730"/>
                    <a:pt x="243840" y="81280"/>
                  </a:cubicBezTo>
                  <a:cubicBezTo>
                    <a:pt x="243840" y="36830"/>
                    <a:pt x="280670" y="0"/>
                    <a:pt x="325120" y="0"/>
                  </a:cubicBezTo>
                  <a:cubicBezTo>
                    <a:pt x="369570" y="0"/>
                    <a:pt x="406400" y="36830"/>
                    <a:pt x="406400" y="81280"/>
                  </a:cubicBezTo>
                  <a:close/>
                </a:path>
              </a:pathLst>
            </a:custGeom>
            <a:solidFill>
              <a:srgbClr val="FFECC9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1120" y="6151880"/>
              <a:ext cx="5253990" cy="134620"/>
            </a:xfrm>
            <a:custGeom>
              <a:avLst/>
              <a:gdLst/>
              <a:ahLst/>
              <a:cxnLst/>
              <a:rect l="l" t="t" r="r" b="b"/>
              <a:pathLst>
                <a:path w="5253990" h="134620">
                  <a:moveTo>
                    <a:pt x="116840" y="0"/>
                  </a:moveTo>
                  <a:lnTo>
                    <a:pt x="116840" y="134620"/>
                  </a:lnTo>
                  <a:lnTo>
                    <a:pt x="0" y="67310"/>
                  </a:lnTo>
                  <a:lnTo>
                    <a:pt x="116840" y="0"/>
                  </a:lnTo>
                  <a:close/>
                  <a:moveTo>
                    <a:pt x="5137150" y="0"/>
                  </a:moveTo>
                  <a:lnTo>
                    <a:pt x="5137150" y="134620"/>
                  </a:lnTo>
                  <a:lnTo>
                    <a:pt x="5253990" y="67310"/>
                  </a:lnTo>
                  <a:lnTo>
                    <a:pt x="5137150" y="0"/>
                  </a:lnTo>
                  <a:close/>
                </a:path>
              </a:pathLst>
            </a:custGeom>
            <a:solidFill>
              <a:srgbClr val="E5645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396230" cy="6348730"/>
            </a:xfrm>
            <a:custGeom>
              <a:avLst/>
              <a:gdLst/>
              <a:ahLst/>
              <a:cxnLst/>
              <a:rect l="l" t="t" r="r" b="b"/>
              <a:pathLst>
                <a:path w="5396230" h="6348730">
                  <a:moveTo>
                    <a:pt x="5384800" y="0"/>
                  </a:moveTo>
                  <a:lnTo>
                    <a:pt x="11430" y="0"/>
                  </a:lnTo>
                  <a:cubicBezTo>
                    <a:pt x="5080" y="0"/>
                    <a:pt x="0" y="5080"/>
                    <a:pt x="0" y="11430"/>
                  </a:cubicBezTo>
                  <a:lnTo>
                    <a:pt x="0" y="471170"/>
                  </a:lnTo>
                  <a:lnTo>
                    <a:pt x="0" y="6101080"/>
                  </a:lnTo>
                  <a:lnTo>
                    <a:pt x="0" y="6337300"/>
                  </a:lnTo>
                  <a:cubicBezTo>
                    <a:pt x="0" y="6343650"/>
                    <a:pt x="5080" y="6348730"/>
                    <a:pt x="11430" y="6348730"/>
                  </a:cubicBezTo>
                  <a:lnTo>
                    <a:pt x="247650" y="6348730"/>
                  </a:lnTo>
                  <a:lnTo>
                    <a:pt x="356870" y="6348730"/>
                  </a:lnTo>
                  <a:lnTo>
                    <a:pt x="1918970" y="6348730"/>
                  </a:lnTo>
                  <a:lnTo>
                    <a:pt x="5146040" y="6348730"/>
                  </a:lnTo>
                  <a:lnTo>
                    <a:pt x="5384800" y="6348730"/>
                  </a:lnTo>
                  <a:cubicBezTo>
                    <a:pt x="5391150" y="6348730"/>
                    <a:pt x="5396230" y="6343650"/>
                    <a:pt x="5396230" y="6337300"/>
                  </a:cubicBezTo>
                  <a:lnTo>
                    <a:pt x="5396230" y="6101080"/>
                  </a:lnTo>
                  <a:lnTo>
                    <a:pt x="5396230" y="471170"/>
                  </a:lnTo>
                  <a:lnTo>
                    <a:pt x="5396230" y="11430"/>
                  </a:lnTo>
                  <a:cubicBezTo>
                    <a:pt x="5396230" y="5080"/>
                    <a:pt x="5391150" y="0"/>
                    <a:pt x="5384800" y="0"/>
                  </a:cubicBezTo>
                  <a:close/>
                  <a:moveTo>
                    <a:pt x="5135880" y="6113780"/>
                  </a:moveTo>
                  <a:lnTo>
                    <a:pt x="5135880" y="6327140"/>
                  </a:lnTo>
                  <a:lnTo>
                    <a:pt x="1931670" y="6327140"/>
                  </a:lnTo>
                  <a:lnTo>
                    <a:pt x="1931670" y="6113780"/>
                  </a:lnTo>
                  <a:lnTo>
                    <a:pt x="5135880" y="6113780"/>
                  </a:lnTo>
                  <a:close/>
                  <a:moveTo>
                    <a:pt x="1920240" y="6089650"/>
                  </a:moveTo>
                  <a:lnTo>
                    <a:pt x="358140" y="6089650"/>
                  </a:lnTo>
                  <a:lnTo>
                    <a:pt x="248920" y="6089650"/>
                  </a:lnTo>
                  <a:lnTo>
                    <a:pt x="22860" y="6089650"/>
                  </a:lnTo>
                  <a:lnTo>
                    <a:pt x="22860" y="482600"/>
                  </a:lnTo>
                  <a:lnTo>
                    <a:pt x="5372100" y="482600"/>
                  </a:lnTo>
                  <a:lnTo>
                    <a:pt x="5372100" y="6089650"/>
                  </a:lnTo>
                  <a:lnTo>
                    <a:pt x="5147310" y="6089650"/>
                  </a:lnTo>
                  <a:lnTo>
                    <a:pt x="1920240" y="6089650"/>
                  </a:lnTo>
                  <a:close/>
                  <a:moveTo>
                    <a:pt x="346710" y="6113780"/>
                  </a:moveTo>
                  <a:lnTo>
                    <a:pt x="346710" y="6327140"/>
                  </a:lnTo>
                  <a:lnTo>
                    <a:pt x="260350" y="6327140"/>
                  </a:lnTo>
                  <a:lnTo>
                    <a:pt x="260350" y="6113780"/>
                  </a:lnTo>
                  <a:lnTo>
                    <a:pt x="346710" y="6113780"/>
                  </a:lnTo>
                  <a:close/>
                  <a:moveTo>
                    <a:pt x="22860" y="22860"/>
                  </a:moveTo>
                  <a:lnTo>
                    <a:pt x="5372100" y="22860"/>
                  </a:lnTo>
                  <a:lnTo>
                    <a:pt x="5372100" y="458470"/>
                  </a:lnTo>
                  <a:lnTo>
                    <a:pt x="22860" y="458470"/>
                  </a:lnTo>
                  <a:lnTo>
                    <a:pt x="22860" y="22860"/>
                  </a:lnTo>
                  <a:close/>
                  <a:moveTo>
                    <a:pt x="22860" y="6327140"/>
                  </a:moveTo>
                  <a:lnTo>
                    <a:pt x="22860" y="6113780"/>
                  </a:lnTo>
                  <a:lnTo>
                    <a:pt x="236220" y="6113780"/>
                  </a:lnTo>
                  <a:lnTo>
                    <a:pt x="236220" y="6327140"/>
                  </a:lnTo>
                  <a:lnTo>
                    <a:pt x="22860" y="6327140"/>
                  </a:lnTo>
                  <a:close/>
                  <a:moveTo>
                    <a:pt x="369570" y="6327140"/>
                  </a:moveTo>
                  <a:lnTo>
                    <a:pt x="369570" y="6113780"/>
                  </a:lnTo>
                  <a:lnTo>
                    <a:pt x="1908810" y="6113780"/>
                  </a:lnTo>
                  <a:lnTo>
                    <a:pt x="1908810" y="6327140"/>
                  </a:lnTo>
                  <a:lnTo>
                    <a:pt x="369570" y="6327140"/>
                  </a:lnTo>
                  <a:close/>
                  <a:moveTo>
                    <a:pt x="5372100" y="6327140"/>
                  </a:moveTo>
                  <a:lnTo>
                    <a:pt x="5158740" y="6327140"/>
                  </a:lnTo>
                  <a:lnTo>
                    <a:pt x="5158740" y="6113780"/>
                  </a:lnTo>
                  <a:lnTo>
                    <a:pt x="5372100" y="6113780"/>
                  </a:lnTo>
                  <a:lnTo>
                    <a:pt x="5372100" y="6327140"/>
                  </a:lnTo>
                  <a:close/>
                  <a:moveTo>
                    <a:pt x="279400" y="148590"/>
                  </a:moveTo>
                  <a:cubicBezTo>
                    <a:pt x="228600" y="148590"/>
                    <a:pt x="186690" y="190500"/>
                    <a:pt x="186690" y="241300"/>
                  </a:cubicBezTo>
                  <a:cubicBezTo>
                    <a:pt x="186690" y="292100"/>
                    <a:pt x="228600" y="334010"/>
                    <a:pt x="279400" y="334010"/>
                  </a:cubicBezTo>
                  <a:cubicBezTo>
                    <a:pt x="330200" y="334010"/>
                    <a:pt x="372110" y="292100"/>
                    <a:pt x="372110" y="241300"/>
                  </a:cubicBezTo>
                  <a:cubicBezTo>
                    <a:pt x="372110" y="190500"/>
                    <a:pt x="330200" y="148590"/>
                    <a:pt x="279400" y="148590"/>
                  </a:cubicBezTo>
                  <a:close/>
                  <a:moveTo>
                    <a:pt x="279400" y="311150"/>
                  </a:moveTo>
                  <a:cubicBezTo>
                    <a:pt x="241300" y="311150"/>
                    <a:pt x="209550" y="280670"/>
                    <a:pt x="209550" y="241300"/>
                  </a:cubicBezTo>
                  <a:cubicBezTo>
                    <a:pt x="209550" y="201930"/>
                    <a:pt x="240030" y="171450"/>
                    <a:pt x="279400" y="171450"/>
                  </a:cubicBezTo>
                  <a:cubicBezTo>
                    <a:pt x="318770" y="171450"/>
                    <a:pt x="349250" y="201930"/>
                    <a:pt x="349250" y="241300"/>
                  </a:cubicBezTo>
                  <a:cubicBezTo>
                    <a:pt x="349250" y="280670"/>
                    <a:pt x="317500" y="311150"/>
                    <a:pt x="279400" y="311150"/>
                  </a:cubicBezTo>
                  <a:close/>
                  <a:moveTo>
                    <a:pt x="523240" y="148590"/>
                  </a:moveTo>
                  <a:cubicBezTo>
                    <a:pt x="472440" y="148590"/>
                    <a:pt x="430530" y="190500"/>
                    <a:pt x="430530" y="241300"/>
                  </a:cubicBezTo>
                  <a:cubicBezTo>
                    <a:pt x="430530" y="292100"/>
                    <a:pt x="472440" y="334010"/>
                    <a:pt x="523240" y="334010"/>
                  </a:cubicBezTo>
                  <a:cubicBezTo>
                    <a:pt x="574040" y="334010"/>
                    <a:pt x="615950" y="292100"/>
                    <a:pt x="615950" y="241300"/>
                  </a:cubicBezTo>
                  <a:cubicBezTo>
                    <a:pt x="615950" y="190500"/>
                    <a:pt x="574040" y="148590"/>
                    <a:pt x="523240" y="148590"/>
                  </a:cubicBezTo>
                  <a:close/>
                  <a:moveTo>
                    <a:pt x="523240" y="311150"/>
                  </a:moveTo>
                  <a:cubicBezTo>
                    <a:pt x="485140" y="311150"/>
                    <a:pt x="453390" y="280670"/>
                    <a:pt x="453390" y="241300"/>
                  </a:cubicBezTo>
                  <a:cubicBezTo>
                    <a:pt x="453390" y="201930"/>
                    <a:pt x="483870" y="171450"/>
                    <a:pt x="523240" y="171450"/>
                  </a:cubicBezTo>
                  <a:cubicBezTo>
                    <a:pt x="562610" y="171450"/>
                    <a:pt x="593090" y="201930"/>
                    <a:pt x="593090" y="241300"/>
                  </a:cubicBezTo>
                  <a:cubicBezTo>
                    <a:pt x="593090" y="280670"/>
                    <a:pt x="561340" y="311150"/>
                    <a:pt x="523240" y="311150"/>
                  </a:cubicBezTo>
                  <a:close/>
                  <a:moveTo>
                    <a:pt x="767080" y="148590"/>
                  </a:moveTo>
                  <a:cubicBezTo>
                    <a:pt x="716280" y="148590"/>
                    <a:pt x="674370" y="190500"/>
                    <a:pt x="674370" y="241300"/>
                  </a:cubicBezTo>
                  <a:cubicBezTo>
                    <a:pt x="674370" y="292100"/>
                    <a:pt x="716280" y="334010"/>
                    <a:pt x="767080" y="334010"/>
                  </a:cubicBezTo>
                  <a:cubicBezTo>
                    <a:pt x="817880" y="334010"/>
                    <a:pt x="859790" y="292100"/>
                    <a:pt x="859790" y="241300"/>
                  </a:cubicBezTo>
                  <a:cubicBezTo>
                    <a:pt x="859790" y="190500"/>
                    <a:pt x="819150" y="148590"/>
                    <a:pt x="767080" y="148590"/>
                  </a:cubicBezTo>
                  <a:close/>
                  <a:moveTo>
                    <a:pt x="767080" y="311150"/>
                  </a:moveTo>
                  <a:cubicBezTo>
                    <a:pt x="728980" y="311150"/>
                    <a:pt x="697230" y="280670"/>
                    <a:pt x="697230" y="241300"/>
                  </a:cubicBezTo>
                  <a:cubicBezTo>
                    <a:pt x="697230" y="201930"/>
                    <a:pt x="727710" y="171450"/>
                    <a:pt x="767080" y="171450"/>
                  </a:cubicBezTo>
                  <a:cubicBezTo>
                    <a:pt x="805180" y="171450"/>
                    <a:pt x="836930" y="201930"/>
                    <a:pt x="836930" y="241300"/>
                  </a:cubicBezTo>
                  <a:cubicBezTo>
                    <a:pt x="836930" y="280670"/>
                    <a:pt x="806450" y="311150"/>
                    <a:pt x="767080" y="311150"/>
                  </a:cubicBezTo>
                  <a:close/>
                </a:path>
              </a:pathLst>
            </a:custGeom>
            <a:solidFill>
              <a:srgbClr val="E5645E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5177239" y="1418419"/>
            <a:ext cx="2018812" cy="1655426"/>
          </a:xfrm>
          <a:custGeom>
            <a:avLst/>
            <a:gdLst/>
            <a:ahLst/>
            <a:cxnLst/>
            <a:rect l="l" t="t" r="r" b="b"/>
            <a:pathLst>
              <a:path w="2018812" h="1655426">
                <a:moveTo>
                  <a:pt x="0" y="0"/>
                </a:moveTo>
                <a:lnTo>
                  <a:pt x="2018812" y="0"/>
                </a:lnTo>
                <a:lnTo>
                  <a:pt x="2018812" y="1655425"/>
                </a:lnTo>
                <a:lnTo>
                  <a:pt x="0" y="165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0896" y="6471718"/>
            <a:ext cx="1775533" cy="1204134"/>
          </a:xfrm>
          <a:custGeom>
            <a:avLst/>
            <a:gdLst/>
            <a:ahLst/>
            <a:cxnLst/>
            <a:rect l="l" t="t" r="r" b="b"/>
            <a:pathLst>
              <a:path w="1775533" h="1204134">
                <a:moveTo>
                  <a:pt x="0" y="0"/>
                </a:moveTo>
                <a:lnTo>
                  <a:pt x="1775534" y="0"/>
                </a:lnTo>
                <a:lnTo>
                  <a:pt x="1775534" y="1204134"/>
                </a:lnTo>
                <a:lnTo>
                  <a:pt x="0" y="1204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196051" y="3073844"/>
            <a:ext cx="9503441" cy="5205687"/>
            <a:chOff x="0" y="0"/>
            <a:chExt cx="12671255" cy="694091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2671255" cy="574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E5645E"/>
                  </a:solidFill>
                  <a:latin typeface="Arial"/>
                  <a:ea typeface="Arial"/>
                  <a:cs typeface="Arial"/>
                  <a:sym typeface="Arial"/>
                </a:rPr>
                <a:t>• Xem danh sách tour du lịch</a:t>
              </a:r>
            </a:p>
            <a:p>
              <a:pPr marL="0" lvl="0" indent="0" algn="l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E5645E"/>
                  </a:solidFill>
                  <a:latin typeface="Arial"/>
                  <a:ea typeface="Arial"/>
                  <a:cs typeface="Arial"/>
                  <a:sym typeface="Arial"/>
                </a:rPr>
                <a:t>• Xem chi tiết tour</a:t>
              </a:r>
            </a:p>
            <a:p>
              <a:pPr marL="0" lvl="0" indent="0" algn="l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E5645E"/>
                  </a:solidFill>
                  <a:latin typeface="Arial"/>
                  <a:ea typeface="Arial"/>
                  <a:cs typeface="Arial"/>
                  <a:sym typeface="Arial"/>
                </a:rPr>
                <a:t>• Đăng ký / Đăng nhập</a:t>
              </a:r>
            </a:p>
            <a:p>
              <a:pPr marL="0" lvl="0" indent="0" algn="l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E5645E"/>
                  </a:solidFill>
                  <a:latin typeface="Arial"/>
                  <a:ea typeface="Arial"/>
                  <a:cs typeface="Arial"/>
                  <a:sym typeface="Arial"/>
                </a:rPr>
                <a:t>• Đặt tour du lịch</a:t>
              </a:r>
            </a:p>
            <a:p>
              <a:pPr marL="0" lvl="0" indent="0" algn="l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E5645E"/>
                  </a:solidFill>
                  <a:latin typeface="Arial"/>
                  <a:ea typeface="Arial"/>
                  <a:cs typeface="Arial"/>
                  <a:sym typeface="Arial"/>
                </a:rPr>
                <a:t>• Quản lý tour (Admin)</a:t>
              </a:r>
            </a:p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 lang="en-US" sz="4999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340206"/>
              <a:ext cx="12671255" cy="60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70948" y="1542493"/>
            <a:ext cx="14280979" cy="6179769"/>
            <a:chOff x="0" y="0"/>
            <a:chExt cx="19041306" cy="8239692"/>
          </a:xfrm>
        </p:grpSpPr>
        <p:grpSp>
          <p:nvGrpSpPr>
            <p:cNvPr id="3" name="Group 3"/>
            <p:cNvGrpSpPr/>
            <p:nvPr/>
          </p:nvGrpSpPr>
          <p:grpSpPr>
            <a:xfrm>
              <a:off x="148027" y="2347862"/>
              <a:ext cx="18760682" cy="5652794"/>
              <a:chOff x="0" y="0"/>
              <a:chExt cx="1844847" cy="55587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44847" cy="555872"/>
              </a:xfrm>
              <a:custGeom>
                <a:avLst/>
                <a:gdLst/>
                <a:ahLst/>
                <a:cxnLst/>
                <a:rect l="l" t="t" r="r" b="b"/>
                <a:pathLst>
                  <a:path w="1844847" h="555872">
                    <a:moveTo>
                      <a:pt x="0" y="0"/>
                    </a:moveTo>
                    <a:lnTo>
                      <a:pt x="1844847" y="0"/>
                    </a:lnTo>
                    <a:lnTo>
                      <a:pt x="1844847" y="555872"/>
                    </a:lnTo>
                    <a:lnTo>
                      <a:pt x="0" y="555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0" y="0"/>
              <a:ext cx="19041306" cy="8239692"/>
            </a:xfrm>
            <a:custGeom>
              <a:avLst/>
              <a:gdLst/>
              <a:ahLst/>
              <a:cxnLst/>
              <a:rect l="l" t="t" r="r" b="b"/>
              <a:pathLst>
                <a:path w="19041306" h="8239692">
                  <a:moveTo>
                    <a:pt x="0" y="0"/>
                  </a:moveTo>
                  <a:lnTo>
                    <a:pt x="19041306" y="0"/>
                  </a:lnTo>
                  <a:lnTo>
                    <a:pt x="19041306" y="8239692"/>
                  </a:lnTo>
                  <a:lnTo>
                    <a:pt x="0" y="8239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2426638">
            <a:off x="10920733" y="4810814"/>
            <a:ext cx="1496488" cy="2569078"/>
          </a:xfrm>
          <a:custGeom>
            <a:avLst/>
            <a:gdLst/>
            <a:ahLst/>
            <a:cxnLst/>
            <a:rect l="l" t="t" r="r" b="b"/>
            <a:pathLst>
              <a:path w="1496488" h="2569078">
                <a:moveTo>
                  <a:pt x="0" y="0"/>
                </a:moveTo>
                <a:lnTo>
                  <a:pt x="1496488" y="0"/>
                </a:lnTo>
                <a:lnTo>
                  <a:pt x="1496488" y="2569078"/>
                </a:lnTo>
                <a:lnTo>
                  <a:pt x="0" y="256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28003" y="3652491"/>
            <a:ext cx="1404322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Kỹ</a:t>
            </a:r>
            <a:r>
              <a:rPr lang="en-US" sz="9000" b="1" dirty="0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  <a:r>
              <a:rPr lang="en-US" sz="9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thuật</a:t>
            </a:r>
            <a:r>
              <a:rPr lang="en-US" sz="9000" b="1" dirty="0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 web </a:t>
            </a:r>
            <a:r>
              <a:rPr lang="en-US" sz="9000" b="1" dirty="0" err="1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sử</a:t>
            </a:r>
            <a:r>
              <a:rPr lang="en-US" sz="9000" b="1" dirty="0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  <a:r>
              <a:rPr lang="en-US" sz="9000" b="1" dirty="0" err="1">
                <a:solidFill>
                  <a:srgbClr val="E5645E"/>
                </a:solidFill>
                <a:latin typeface="Saira Bold"/>
                <a:ea typeface="Saira Bold"/>
                <a:cs typeface="Saira Bold"/>
                <a:sym typeface="Saira Bold"/>
              </a:rPr>
              <a:t>dụng</a:t>
            </a:r>
            <a:endParaRPr lang="en-US" sz="9000" b="1" dirty="0">
              <a:solidFill>
                <a:srgbClr val="E5645E"/>
              </a:solidFill>
              <a:latin typeface="Saira Bold"/>
              <a:ea typeface="Saira Bold"/>
              <a:cs typeface="Saira Bold"/>
              <a:sym typeface="Saira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260034" y="5745770"/>
            <a:ext cx="1819372" cy="1425726"/>
          </a:xfrm>
          <a:custGeom>
            <a:avLst/>
            <a:gdLst/>
            <a:ahLst/>
            <a:cxnLst/>
            <a:rect l="l" t="t" r="r" b="b"/>
            <a:pathLst>
              <a:path w="1819372" h="1425726">
                <a:moveTo>
                  <a:pt x="0" y="0"/>
                </a:moveTo>
                <a:lnTo>
                  <a:pt x="1819372" y="0"/>
                </a:lnTo>
                <a:lnTo>
                  <a:pt x="1819372" y="1425726"/>
                </a:lnTo>
                <a:lnTo>
                  <a:pt x="0" y="1425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08025" y="656615"/>
            <a:ext cx="13671950" cy="8973771"/>
            <a:chOff x="0" y="0"/>
            <a:chExt cx="18229267" cy="11965028"/>
          </a:xfrm>
        </p:grpSpPr>
        <p:grpSp>
          <p:nvGrpSpPr>
            <p:cNvPr id="4" name="Group 4"/>
            <p:cNvGrpSpPr/>
            <p:nvPr/>
          </p:nvGrpSpPr>
          <p:grpSpPr>
            <a:xfrm>
              <a:off x="237334" y="1710065"/>
              <a:ext cx="17818100" cy="9969500"/>
              <a:chOff x="0" y="0"/>
              <a:chExt cx="3420621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2062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420621" h="1913890">
                    <a:moveTo>
                      <a:pt x="0" y="0"/>
                    </a:moveTo>
                    <a:lnTo>
                      <a:pt x="3420621" y="0"/>
                    </a:lnTo>
                    <a:lnTo>
                      <a:pt x="3420621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18229267" cy="11965028"/>
            </a:xfrm>
            <a:custGeom>
              <a:avLst/>
              <a:gdLst/>
              <a:ahLst/>
              <a:cxnLst/>
              <a:rect l="l" t="t" r="r" b="b"/>
              <a:pathLst>
                <a:path w="18229267" h="11965028">
                  <a:moveTo>
                    <a:pt x="0" y="0"/>
                  </a:moveTo>
                  <a:lnTo>
                    <a:pt x="18229267" y="0"/>
                  </a:lnTo>
                  <a:lnTo>
                    <a:pt x="18229267" y="11965028"/>
                  </a:lnTo>
                  <a:lnTo>
                    <a:pt x="0" y="11965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395342" y="4337998"/>
            <a:ext cx="3863958" cy="3892266"/>
          </a:xfrm>
          <a:custGeom>
            <a:avLst/>
            <a:gdLst/>
            <a:ahLst/>
            <a:cxnLst/>
            <a:rect l="l" t="t" r="r" b="b"/>
            <a:pathLst>
              <a:path w="3863958" h="3892266">
                <a:moveTo>
                  <a:pt x="0" y="0"/>
                </a:moveTo>
                <a:lnTo>
                  <a:pt x="3863958" y="0"/>
                </a:lnTo>
                <a:lnTo>
                  <a:pt x="3863958" y="3892266"/>
                </a:lnTo>
                <a:lnTo>
                  <a:pt x="0" y="389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405849"/>
            <a:ext cx="2452989" cy="1663573"/>
          </a:xfrm>
          <a:custGeom>
            <a:avLst/>
            <a:gdLst/>
            <a:ahLst/>
            <a:cxnLst/>
            <a:rect l="l" t="t" r="r" b="b"/>
            <a:pathLst>
              <a:path w="2452989" h="1663573">
                <a:moveTo>
                  <a:pt x="0" y="0"/>
                </a:moveTo>
                <a:lnTo>
                  <a:pt x="2452989" y="0"/>
                </a:lnTo>
                <a:lnTo>
                  <a:pt x="2452989" y="1663573"/>
                </a:lnTo>
                <a:lnTo>
                  <a:pt x="0" y="166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04253" y="2321873"/>
            <a:ext cx="1121142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JSP, JSTL: Hiển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thị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giao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diện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endParaRPr lang="en-US" sz="3999" dirty="0">
              <a:solidFill>
                <a:srgbClr val="E564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04253" y="3649023"/>
            <a:ext cx="1367195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Servlet: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Xử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nghiệp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vụ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999" dirty="0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9" dirty="0" err="1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hướng</a:t>
            </a:r>
            <a:endParaRPr lang="en-US" sz="3999" dirty="0">
              <a:solidFill>
                <a:srgbClr val="E564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04253" y="4976173"/>
            <a:ext cx="1013821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JDBC: Kết nối và thao tác CSDL MySQL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4253" y="6303323"/>
            <a:ext cx="1367195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HTML, CSS, JavaScript cơ bản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04253" y="7630473"/>
            <a:ext cx="1367195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5645E"/>
                </a:solidFill>
                <a:latin typeface="Arial"/>
                <a:ea typeface="Arial"/>
                <a:cs typeface="Arial"/>
                <a:sym typeface="Arial"/>
              </a:rPr>
              <a:t>• Mô hình MVC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60337" y="8870570"/>
            <a:ext cx="11984152" cy="0"/>
          </a:xfrm>
          <a:prstGeom prst="line">
            <a:avLst/>
          </a:prstGeom>
          <a:ln w="47625" cap="rnd">
            <a:solidFill>
              <a:srgbClr val="E564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2909036" y="8708645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5645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936267" y="8662837"/>
            <a:ext cx="415465" cy="41546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5645E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865" y="8708645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5645E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151924" y="2090203"/>
            <a:ext cx="11984152" cy="5185869"/>
            <a:chOff x="0" y="0"/>
            <a:chExt cx="15978869" cy="6914493"/>
          </a:xfrm>
        </p:grpSpPr>
        <p:grpSp>
          <p:nvGrpSpPr>
            <p:cNvPr id="10" name="Group 10"/>
            <p:cNvGrpSpPr/>
            <p:nvPr/>
          </p:nvGrpSpPr>
          <p:grpSpPr>
            <a:xfrm>
              <a:off x="124220" y="1970252"/>
              <a:ext cx="15743379" cy="4743648"/>
              <a:chOff x="0" y="0"/>
              <a:chExt cx="1844847" cy="55587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844847" cy="555872"/>
              </a:xfrm>
              <a:custGeom>
                <a:avLst/>
                <a:gdLst/>
                <a:ahLst/>
                <a:cxnLst/>
                <a:rect l="l" t="t" r="r" b="b"/>
                <a:pathLst>
                  <a:path w="1844847" h="555872">
                    <a:moveTo>
                      <a:pt x="0" y="0"/>
                    </a:moveTo>
                    <a:lnTo>
                      <a:pt x="1844847" y="0"/>
                    </a:lnTo>
                    <a:lnTo>
                      <a:pt x="1844847" y="555872"/>
                    </a:lnTo>
                    <a:lnTo>
                      <a:pt x="0" y="555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15978869" cy="6914493"/>
            </a:xfrm>
            <a:custGeom>
              <a:avLst/>
              <a:gdLst/>
              <a:ahLst/>
              <a:cxnLst/>
              <a:rect l="l" t="t" r="r" b="b"/>
              <a:pathLst>
                <a:path w="15978869" h="6914493">
                  <a:moveTo>
                    <a:pt x="0" y="0"/>
                  </a:moveTo>
                  <a:lnTo>
                    <a:pt x="15978869" y="0"/>
                  </a:lnTo>
                  <a:lnTo>
                    <a:pt x="15978869" y="6914493"/>
                  </a:lnTo>
                  <a:lnTo>
                    <a:pt x="0" y="691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720063" y="2555419"/>
            <a:ext cx="1674749" cy="3090979"/>
          </a:xfrm>
          <a:custGeom>
            <a:avLst/>
            <a:gdLst/>
            <a:ahLst/>
            <a:cxnLst/>
            <a:rect l="l" t="t" r="r" b="b"/>
            <a:pathLst>
              <a:path w="1674749" h="3090979">
                <a:moveTo>
                  <a:pt x="0" y="0"/>
                </a:moveTo>
                <a:lnTo>
                  <a:pt x="1674748" y="0"/>
                </a:lnTo>
                <a:lnTo>
                  <a:pt x="1674748" y="3090979"/>
                </a:lnTo>
                <a:lnTo>
                  <a:pt x="0" y="3090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810674" y="3843809"/>
            <a:ext cx="2032663" cy="3489551"/>
          </a:xfrm>
          <a:custGeom>
            <a:avLst/>
            <a:gdLst/>
            <a:ahLst/>
            <a:cxnLst/>
            <a:rect l="l" t="t" r="r" b="b"/>
            <a:pathLst>
              <a:path w="2032663" h="3489551">
                <a:moveTo>
                  <a:pt x="0" y="0"/>
                </a:moveTo>
                <a:lnTo>
                  <a:pt x="2032664" y="0"/>
                </a:lnTo>
                <a:lnTo>
                  <a:pt x="2032664" y="3489551"/>
                </a:lnTo>
                <a:lnTo>
                  <a:pt x="0" y="3489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232886" y="4312898"/>
            <a:ext cx="11762903" cy="101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Phân</a:t>
            </a:r>
            <a:r>
              <a:rPr lang="en-US" sz="6999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6999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công</a:t>
            </a:r>
            <a:r>
              <a:rPr lang="en-US" sz="6999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6999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công</a:t>
            </a:r>
            <a:r>
              <a:rPr lang="en-US" sz="6999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6999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việc</a:t>
            </a:r>
            <a:r>
              <a:rPr lang="en-US" sz="6999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6999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nhóm</a:t>
            </a:r>
            <a:endParaRPr lang="en-US" sz="6999" b="1" dirty="0">
              <a:solidFill>
                <a:srgbClr val="E5645E"/>
              </a:solidFill>
              <a:latin typeface="Arial" panose="020B0604020202020204" pitchFamily="34" charset="0"/>
              <a:ea typeface="Saira Bold"/>
              <a:cs typeface="Arial" panose="020B0604020202020204" pitchFamily="34" charset="0"/>
              <a:sym typeface="Saira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28322"/>
            <a:ext cx="16230600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60"/>
              </a:lnSpc>
              <a:spcBef>
                <a:spcPct val="0"/>
              </a:spcBef>
            </a:pP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Viết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chủ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đề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hoặc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ý </a:t>
            </a:r>
            <a:r>
              <a:rPr lang="en-US" sz="8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tưởng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của</a:t>
            </a:r>
            <a:r>
              <a:rPr lang="en-US" sz="78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8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bạn</a:t>
            </a:r>
            <a:endParaRPr lang="en-US" sz="7800" b="1" dirty="0">
              <a:solidFill>
                <a:srgbClr val="E5645E"/>
              </a:solidFill>
              <a:latin typeface="Arial" panose="020B0604020202020204" pitchFamily="34" charset="0"/>
              <a:ea typeface="Saira Bold"/>
              <a:cs typeface="Arial" panose="020B0604020202020204" pitchFamily="34" charset="0"/>
              <a:sym typeface="Saira Bol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94062-CCE6-B807-F5DD-FC341AF88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211496"/>
              </p:ext>
            </p:extLst>
          </p:nvPr>
        </p:nvGraphicFramePr>
        <p:xfrm>
          <a:off x="1219200" y="2568697"/>
          <a:ext cx="15011400" cy="5546602"/>
        </p:xfrm>
        <a:graphic>
          <a:graphicData uri="http://schemas.openxmlformats.org/drawingml/2006/table">
            <a:tbl>
              <a:tblPr/>
              <a:tblGrid>
                <a:gridCol w="5003800">
                  <a:extLst>
                    <a:ext uri="{9D8B030D-6E8A-4147-A177-3AD203B41FA5}">
                      <a16:colId xmlns:a16="http://schemas.microsoft.com/office/drawing/2014/main" val="4205616261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2136917727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2099141549"/>
                    </a:ext>
                  </a:extLst>
                </a:gridCol>
              </a:tblGrid>
              <a:tr h="925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Thành viên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MSSV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việc</a:t>
                      </a:r>
                      <a:endParaRPr lang="en-US" sz="2400" b="1" dirty="0">
                        <a:solidFill>
                          <a:srgbClr val="E5645E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38508"/>
                  </a:ext>
                </a:extLst>
              </a:tr>
              <a:tr h="231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Phi Long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21130437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HTML/CSS,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CSDL;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đăng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nhập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nối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database,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hiển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thị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danh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tour, chi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tour;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form.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288409"/>
                  </a:ext>
                </a:extLst>
              </a:tr>
              <a:tr h="231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Đức Phúc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21130479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HTML/CSS;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backend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bằng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Servlet, JDBC;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JSP, JSTL;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2400" b="1" dirty="0">
                          <a:solidFill>
                            <a:srgbClr val="E5645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HTML/CSS</a:t>
                      </a:r>
                    </a:p>
                  </a:txBody>
                  <a:tcPr marL="76719" marR="76719" marT="38360" marB="3836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1230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4D57A2E-2B16-449F-B67C-A1157099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0765"/>
            <a:ext cx="18288001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93576" y="656615"/>
            <a:ext cx="13671950" cy="8973771"/>
            <a:chOff x="0" y="0"/>
            <a:chExt cx="18229267" cy="11965028"/>
          </a:xfrm>
        </p:grpSpPr>
        <p:grpSp>
          <p:nvGrpSpPr>
            <p:cNvPr id="4" name="Group 4"/>
            <p:cNvGrpSpPr/>
            <p:nvPr/>
          </p:nvGrpSpPr>
          <p:grpSpPr>
            <a:xfrm>
              <a:off x="411167" y="1710065"/>
              <a:ext cx="17818100" cy="9969500"/>
              <a:chOff x="0" y="0"/>
              <a:chExt cx="3420621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2062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420621" h="1913890">
                    <a:moveTo>
                      <a:pt x="0" y="0"/>
                    </a:moveTo>
                    <a:lnTo>
                      <a:pt x="3420621" y="0"/>
                    </a:lnTo>
                    <a:lnTo>
                      <a:pt x="3420621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18229267" cy="11965028"/>
            </a:xfrm>
            <a:custGeom>
              <a:avLst/>
              <a:gdLst/>
              <a:ahLst/>
              <a:cxnLst/>
              <a:rect l="l" t="t" r="r" b="b"/>
              <a:pathLst>
                <a:path w="18229267" h="11965028">
                  <a:moveTo>
                    <a:pt x="0" y="0"/>
                  </a:moveTo>
                  <a:lnTo>
                    <a:pt x="18229267" y="0"/>
                  </a:lnTo>
                  <a:lnTo>
                    <a:pt x="18229267" y="11965028"/>
                  </a:lnTo>
                  <a:lnTo>
                    <a:pt x="0" y="11965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9969" y="2684773"/>
            <a:ext cx="5910433" cy="5573430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4478138" y="6925041"/>
            <a:ext cx="2522789" cy="2077861"/>
          </a:xfrm>
          <a:custGeom>
            <a:avLst/>
            <a:gdLst/>
            <a:ahLst/>
            <a:cxnLst/>
            <a:rect l="l" t="t" r="r" b="b"/>
            <a:pathLst>
              <a:path w="2522789" h="2077861">
                <a:moveTo>
                  <a:pt x="0" y="0"/>
                </a:moveTo>
                <a:lnTo>
                  <a:pt x="2522789" y="0"/>
                </a:lnTo>
                <a:lnTo>
                  <a:pt x="2522789" y="2077861"/>
                </a:lnTo>
                <a:lnTo>
                  <a:pt x="0" y="2077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350154" y="1434450"/>
            <a:ext cx="5158794" cy="36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Kết</a:t>
            </a:r>
            <a:r>
              <a:rPr lang="en-US" sz="249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2499" b="1" dirty="0" err="1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quả</a:t>
            </a:r>
            <a:r>
              <a:rPr lang="en-US" sz="249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2499" b="1" dirty="0" err="1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đạt</a:t>
            </a:r>
            <a:r>
              <a:rPr lang="en-US" sz="2499" b="1" dirty="0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2499" b="1" dirty="0" err="1">
                <a:solidFill>
                  <a:srgbClr val="E5645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được</a:t>
            </a:r>
            <a:endParaRPr lang="en-US" sz="2499" b="1" dirty="0">
              <a:solidFill>
                <a:srgbClr val="E5645E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16863" y="2677489"/>
            <a:ext cx="9331298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Biết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được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cơ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bản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kiến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thức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về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lập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trình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web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16863" y="3947489"/>
            <a:ext cx="7913262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hành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kỹ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năng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team- 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16863" y="5217488"/>
            <a:ext cx="8122669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Làm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ra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được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sản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phẩm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lập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trình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web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cơ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bản</a:t>
            </a:r>
            <a:endParaRPr lang="en-US" sz="2500" b="1" dirty="0">
              <a:solidFill>
                <a:srgbClr val="E5645E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16863" y="6483716"/>
            <a:ext cx="809241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Áp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dụng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các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kỹ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thuật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web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cơ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bản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vào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đồ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án</a:t>
            </a:r>
            <a:endParaRPr lang="en-US" sz="2500" b="1" dirty="0">
              <a:solidFill>
                <a:srgbClr val="E5645E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16863" y="7753716"/>
            <a:ext cx="809241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Hiện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thực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nội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dung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đã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học</a:t>
            </a:r>
            <a:r>
              <a:rPr lang="en-US" sz="2500" b="1" dirty="0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500" b="1" dirty="0" err="1">
                <a:solidFill>
                  <a:srgbClr val="E5645E"/>
                </a:solidFill>
                <a:latin typeface="Arial Bold"/>
                <a:ea typeface="Arial Bold"/>
                <a:cs typeface="Arial Bold"/>
                <a:sym typeface="Arial Bold"/>
              </a:rPr>
              <a:t>được</a:t>
            </a:r>
            <a:endParaRPr lang="en-US" sz="2500" b="1" dirty="0">
              <a:solidFill>
                <a:srgbClr val="E5645E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6735" y="-4006735"/>
            <a:ext cx="10274531" cy="18288000"/>
          </a:xfrm>
          <a:custGeom>
            <a:avLst/>
            <a:gdLst/>
            <a:ahLst/>
            <a:cxnLst/>
            <a:rect l="l" t="t" r="r" b="b"/>
            <a:pathLst>
              <a:path w="10274531" h="18288000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08025" y="656615"/>
            <a:ext cx="13671950" cy="8973771"/>
            <a:chOff x="0" y="0"/>
            <a:chExt cx="18229267" cy="11965028"/>
          </a:xfrm>
        </p:grpSpPr>
        <p:grpSp>
          <p:nvGrpSpPr>
            <p:cNvPr id="4" name="Group 4"/>
            <p:cNvGrpSpPr/>
            <p:nvPr/>
          </p:nvGrpSpPr>
          <p:grpSpPr>
            <a:xfrm>
              <a:off x="237334" y="1710065"/>
              <a:ext cx="17818100" cy="9969500"/>
              <a:chOff x="0" y="0"/>
              <a:chExt cx="3420621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2062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420621" h="1913890">
                    <a:moveTo>
                      <a:pt x="0" y="0"/>
                    </a:moveTo>
                    <a:lnTo>
                      <a:pt x="3420621" y="0"/>
                    </a:lnTo>
                    <a:lnTo>
                      <a:pt x="3420621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18229267" cy="11965028"/>
            </a:xfrm>
            <a:custGeom>
              <a:avLst/>
              <a:gdLst/>
              <a:ahLst/>
              <a:cxnLst/>
              <a:rect l="l" t="t" r="r" b="b"/>
              <a:pathLst>
                <a:path w="18229267" h="11965028">
                  <a:moveTo>
                    <a:pt x="0" y="0"/>
                  </a:moveTo>
                  <a:lnTo>
                    <a:pt x="18229267" y="0"/>
                  </a:lnTo>
                  <a:lnTo>
                    <a:pt x="18229267" y="11965028"/>
                  </a:lnTo>
                  <a:lnTo>
                    <a:pt x="0" y="11965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000935" y="2974022"/>
            <a:ext cx="2392325" cy="1961706"/>
          </a:xfrm>
          <a:custGeom>
            <a:avLst/>
            <a:gdLst/>
            <a:ahLst/>
            <a:cxnLst/>
            <a:rect l="l" t="t" r="r" b="b"/>
            <a:pathLst>
              <a:path w="2392325" h="1961706">
                <a:moveTo>
                  <a:pt x="0" y="0"/>
                </a:moveTo>
                <a:lnTo>
                  <a:pt x="2392325" y="0"/>
                </a:lnTo>
                <a:lnTo>
                  <a:pt x="2392325" y="1961706"/>
                </a:lnTo>
                <a:lnTo>
                  <a:pt x="0" y="196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419695" y="2614460"/>
            <a:ext cx="5320365" cy="5321429"/>
            <a:chOff x="0" y="0"/>
            <a:chExt cx="6348730" cy="6350000"/>
          </a:xfrm>
        </p:grpSpPr>
        <p:sp>
          <p:nvSpPr>
            <p:cNvPr id="9" name="Freeform 9"/>
            <p:cNvSpPr/>
            <p:nvPr/>
          </p:nvSpPr>
          <p:spPr>
            <a:xfrm>
              <a:off x="12700" y="524510"/>
              <a:ext cx="6324600" cy="5812790"/>
            </a:xfrm>
            <a:custGeom>
              <a:avLst/>
              <a:gdLst/>
              <a:ahLst/>
              <a:cxnLst/>
              <a:rect l="l" t="t" r="r" b="b"/>
              <a:pathLst>
                <a:path w="6324600" h="5812790">
                  <a:moveTo>
                    <a:pt x="6323330" y="591820"/>
                  </a:moveTo>
                  <a:lnTo>
                    <a:pt x="6324600" y="5812790"/>
                  </a:lnTo>
                  <a:lnTo>
                    <a:pt x="6324600" y="5812790"/>
                  </a:lnTo>
                  <a:lnTo>
                    <a:pt x="0" y="5812790"/>
                  </a:lnTo>
                  <a:lnTo>
                    <a:pt x="0" y="0"/>
                  </a:lnTo>
                  <a:lnTo>
                    <a:pt x="6323330" y="0"/>
                  </a:lnTo>
                  <a:moveTo>
                    <a:pt x="6323330" y="0"/>
                  </a:moveTo>
                  <a:lnTo>
                    <a:pt x="6323330" y="591820"/>
                  </a:lnTo>
                </a:path>
              </a:pathLst>
            </a:custGeom>
            <a:blipFill>
              <a:blip r:embed="rId8"/>
              <a:stretch>
                <a:fillRect t="-49080" b="-1422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2700" y="12700"/>
              <a:ext cx="6324600" cy="511810"/>
            </a:xfrm>
            <a:custGeom>
              <a:avLst/>
              <a:gdLst/>
              <a:ahLst/>
              <a:cxnLst/>
              <a:rect l="l" t="t" r="r" b="b"/>
              <a:pathLst>
                <a:path w="6324600" h="511810">
                  <a:moveTo>
                    <a:pt x="6323330" y="0"/>
                  </a:moveTo>
                  <a:lnTo>
                    <a:pt x="6323330" y="232410"/>
                  </a:lnTo>
                  <a:moveTo>
                    <a:pt x="6323330" y="232410"/>
                  </a:moveTo>
                  <a:lnTo>
                    <a:pt x="6324600" y="511810"/>
                  </a:lnTo>
                  <a:lnTo>
                    <a:pt x="6324600" y="511810"/>
                  </a:lnTo>
                  <a:lnTo>
                    <a:pt x="0" y="511810"/>
                  </a:lnTo>
                  <a:lnTo>
                    <a:pt x="0" y="0"/>
                  </a:lnTo>
                  <a:lnTo>
                    <a:pt x="6323330" y="0"/>
                  </a:lnTo>
                </a:path>
              </a:pathLst>
            </a:custGeom>
            <a:solidFill>
              <a:srgbClr val="F6BBB7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5062220" y="129540"/>
              <a:ext cx="1275080" cy="6207760"/>
            </a:xfrm>
            <a:custGeom>
              <a:avLst/>
              <a:gdLst/>
              <a:ahLst/>
              <a:cxnLst/>
              <a:rect l="l" t="t" r="r" b="b"/>
              <a:pathLst>
                <a:path w="1275080" h="6207760">
                  <a:moveTo>
                    <a:pt x="1275080" y="6207760"/>
                  </a:moveTo>
                  <a:lnTo>
                    <a:pt x="1037590" y="6207760"/>
                  </a:lnTo>
                  <a:lnTo>
                    <a:pt x="1037590" y="394970"/>
                  </a:lnTo>
                  <a:lnTo>
                    <a:pt x="1275080" y="394970"/>
                  </a:lnTo>
                  <a:lnTo>
                    <a:pt x="1275080" y="6207760"/>
                  </a:lnTo>
                  <a:close/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6BBB7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099810" y="1642110"/>
              <a:ext cx="237490" cy="2237740"/>
            </a:xfrm>
            <a:custGeom>
              <a:avLst/>
              <a:gdLst/>
              <a:ahLst/>
              <a:cxnLst/>
              <a:rect l="l" t="t" r="r" b="b"/>
              <a:pathLst>
                <a:path w="237490" h="2237740">
                  <a:moveTo>
                    <a:pt x="237490" y="0"/>
                  </a:moveTo>
                  <a:lnTo>
                    <a:pt x="237490" y="2237740"/>
                  </a:lnTo>
                  <a:lnTo>
                    <a:pt x="0" y="223774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237490" y="0"/>
                  </a:lnTo>
                </a:path>
              </a:pathLst>
            </a:custGeom>
            <a:solidFill>
              <a:srgbClr val="FFECC9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348730" cy="6350000"/>
            </a:xfrm>
            <a:custGeom>
              <a:avLst/>
              <a:gdLst/>
              <a:ahLst/>
              <a:cxnLst/>
              <a:rect l="l" t="t" r="r" b="b"/>
              <a:pathLst>
                <a:path w="6348730" h="6350000">
                  <a:moveTo>
                    <a:pt x="12700" y="6350000"/>
                  </a:moveTo>
                  <a:cubicBezTo>
                    <a:pt x="6350" y="6350000"/>
                    <a:pt x="0" y="6344920"/>
                    <a:pt x="0" y="6337300"/>
                  </a:cubicBezTo>
                  <a:lnTo>
                    <a:pt x="0" y="12700"/>
                  </a:lnTo>
                  <a:cubicBezTo>
                    <a:pt x="0" y="6350"/>
                    <a:pt x="6350" y="0"/>
                    <a:pt x="12700" y="0"/>
                  </a:cubicBezTo>
                  <a:lnTo>
                    <a:pt x="6337300" y="0"/>
                  </a:lnTo>
                  <a:cubicBezTo>
                    <a:pt x="6341110" y="0"/>
                    <a:pt x="6344920" y="1270"/>
                    <a:pt x="6346190" y="5080"/>
                  </a:cubicBezTo>
                  <a:cubicBezTo>
                    <a:pt x="6348730" y="7620"/>
                    <a:pt x="6348730" y="10160"/>
                    <a:pt x="6348730" y="13970"/>
                  </a:cubicBezTo>
                  <a:lnTo>
                    <a:pt x="6348730" y="524510"/>
                  </a:lnTo>
                  <a:lnTo>
                    <a:pt x="6348730" y="6337300"/>
                  </a:lnTo>
                  <a:cubicBezTo>
                    <a:pt x="6348730" y="6343650"/>
                    <a:pt x="6343650" y="6350000"/>
                    <a:pt x="6336030" y="6350000"/>
                  </a:cubicBezTo>
                  <a:lnTo>
                    <a:pt x="12700" y="6350000"/>
                  </a:lnTo>
                  <a:close/>
                  <a:moveTo>
                    <a:pt x="6323330" y="6323330"/>
                  </a:moveTo>
                  <a:lnTo>
                    <a:pt x="6323330" y="3892550"/>
                  </a:lnTo>
                  <a:lnTo>
                    <a:pt x="6112510" y="3892550"/>
                  </a:lnTo>
                  <a:lnTo>
                    <a:pt x="6112510" y="6323330"/>
                  </a:lnTo>
                  <a:lnTo>
                    <a:pt x="6323330" y="6323330"/>
                  </a:lnTo>
                  <a:close/>
                  <a:moveTo>
                    <a:pt x="6085840" y="6323330"/>
                  </a:moveTo>
                  <a:lnTo>
                    <a:pt x="6085840" y="537210"/>
                  </a:lnTo>
                  <a:lnTo>
                    <a:pt x="26670" y="537210"/>
                  </a:lnTo>
                  <a:lnTo>
                    <a:pt x="26670" y="6323330"/>
                  </a:lnTo>
                  <a:lnTo>
                    <a:pt x="6085840" y="6323330"/>
                  </a:lnTo>
                  <a:close/>
                  <a:moveTo>
                    <a:pt x="6323330" y="3865880"/>
                  </a:moveTo>
                  <a:lnTo>
                    <a:pt x="6323330" y="1656080"/>
                  </a:lnTo>
                  <a:lnTo>
                    <a:pt x="6112510" y="1656080"/>
                  </a:lnTo>
                  <a:lnTo>
                    <a:pt x="6112510" y="3865880"/>
                  </a:lnTo>
                  <a:lnTo>
                    <a:pt x="6323330" y="3865880"/>
                  </a:lnTo>
                  <a:close/>
                  <a:moveTo>
                    <a:pt x="6323330" y="1629410"/>
                  </a:moveTo>
                  <a:lnTo>
                    <a:pt x="6323330" y="537210"/>
                  </a:lnTo>
                  <a:lnTo>
                    <a:pt x="6112510" y="537210"/>
                  </a:lnTo>
                  <a:lnTo>
                    <a:pt x="6112510" y="1629410"/>
                  </a:lnTo>
                  <a:lnTo>
                    <a:pt x="6323330" y="1629410"/>
                  </a:lnTo>
                  <a:close/>
                  <a:moveTo>
                    <a:pt x="6324600" y="511810"/>
                  </a:moveTo>
                  <a:lnTo>
                    <a:pt x="6324600" y="26670"/>
                  </a:lnTo>
                  <a:lnTo>
                    <a:pt x="26670" y="26670"/>
                  </a:lnTo>
                  <a:lnTo>
                    <a:pt x="26670" y="511810"/>
                  </a:lnTo>
                  <a:lnTo>
                    <a:pt x="6324600" y="511810"/>
                  </a:lnTo>
                  <a:close/>
                  <a:moveTo>
                    <a:pt x="5888990" y="421640"/>
                  </a:moveTo>
                  <a:cubicBezTo>
                    <a:pt x="5882640" y="421640"/>
                    <a:pt x="5876290" y="416560"/>
                    <a:pt x="5876290" y="408940"/>
                  </a:cubicBezTo>
                  <a:lnTo>
                    <a:pt x="5876290" y="129540"/>
                  </a:lnTo>
                  <a:cubicBezTo>
                    <a:pt x="5876290" y="121920"/>
                    <a:pt x="5882640" y="116840"/>
                    <a:pt x="5888990" y="116840"/>
                  </a:cubicBezTo>
                  <a:lnTo>
                    <a:pt x="6168390" y="116840"/>
                  </a:lnTo>
                  <a:cubicBezTo>
                    <a:pt x="6174740" y="116840"/>
                    <a:pt x="6181090" y="121920"/>
                    <a:pt x="6181090" y="129540"/>
                  </a:cubicBezTo>
                  <a:lnTo>
                    <a:pt x="6181090" y="408940"/>
                  </a:lnTo>
                  <a:cubicBezTo>
                    <a:pt x="6181090" y="415290"/>
                    <a:pt x="6176010" y="421640"/>
                    <a:pt x="6168390" y="421640"/>
                  </a:cubicBezTo>
                  <a:lnTo>
                    <a:pt x="5888990" y="421640"/>
                  </a:lnTo>
                  <a:close/>
                  <a:moveTo>
                    <a:pt x="6155690" y="394970"/>
                  </a:moveTo>
                  <a:lnTo>
                    <a:pt x="6155690" y="142240"/>
                  </a:lnTo>
                  <a:lnTo>
                    <a:pt x="5902960" y="142240"/>
                  </a:lnTo>
                  <a:lnTo>
                    <a:pt x="5902960" y="394970"/>
                  </a:lnTo>
                  <a:cubicBezTo>
                    <a:pt x="5902960" y="394970"/>
                    <a:pt x="6155690" y="394970"/>
                    <a:pt x="6155690" y="394970"/>
                  </a:cubicBezTo>
                  <a:close/>
                  <a:moveTo>
                    <a:pt x="5476240" y="421640"/>
                  </a:moveTo>
                  <a:cubicBezTo>
                    <a:pt x="5469890" y="421640"/>
                    <a:pt x="5463540" y="416560"/>
                    <a:pt x="5463540" y="408940"/>
                  </a:cubicBezTo>
                  <a:lnTo>
                    <a:pt x="5463540" y="129540"/>
                  </a:lnTo>
                  <a:cubicBezTo>
                    <a:pt x="5463540" y="123190"/>
                    <a:pt x="5468620" y="116840"/>
                    <a:pt x="5476240" y="116840"/>
                  </a:cubicBezTo>
                  <a:lnTo>
                    <a:pt x="5755640" y="116840"/>
                  </a:lnTo>
                  <a:cubicBezTo>
                    <a:pt x="5760720" y="116840"/>
                    <a:pt x="5764530" y="118110"/>
                    <a:pt x="5765800" y="120650"/>
                  </a:cubicBezTo>
                  <a:cubicBezTo>
                    <a:pt x="5768340" y="123190"/>
                    <a:pt x="5768340" y="125730"/>
                    <a:pt x="5768340" y="129540"/>
                  </a:cubicBezTo>
                  <a:lnTo>
                    <a:pt x="5768340" y="407670"/>
                  </a:lnTo>
                  <a:cubicBezTo>
                    <a:pt x="5768340" y="414020"/>
                    <a:pt x="5763260" y="420370"/>
                    <a:pt x="5755640" y="420370"/>
                  </a:cubicBezTo>
                  <a:lnTo>
                    <a:pt x="5476240" y="420370"/>
                  </a:lnTo>
                  <a:lnTo>
                    <a:pt x="5476240" y="421640"/>
                  </a:lnTo>
                  <a:close/>
                  <a:moveTo>
                    <a:pt x="5741670" y="394970"/>
                  </a:moveTo>
                  <a:lnTo>
                    <a:pt x="5741670" y="142240"/>
                  </a:lnTo>
                  <a:lnTo>
                    <a:pt x="5488940" y="142240"/>
                  </a:lnTo>
                  <a:lnTo>
                    <a:pt x="5488940" y="394970"/>
                  </a:lnTo>
                  <a:cubicBezTo>
                    <a:pt x="5488940" y="394970"/>
                    <a:pt x="5741670" y="394970"/>
                    <a:pt x="5741670" y="394970"/>
                  </a:cubicBezTo>
                  <a:close/>
                  <a:moveTo>
                    <a:pt x="5062220" y="421640"/>
                  </a:moveTo>
                  <a:cubicBezTo>
                    <a:pt x="5055870" y="421640"/>
                    <a:pt x="5049520" y="416560"/>
                    <a:pt x="5049520" y="408940"/>
                  </a:cubicBezTo>
                  <a:lnTo>
                    <a:pt x="5049520" y="129540"/>
                  </a:lnTo>
                  <a:cubicBezTo>
                    <a:pt x="5049520" y="123190"/>
                    <a:pt x="5054600" y="116840"/>
                    <a:pt x="5062220" y="116840"/>
                  </a:cubicBezTo>
                  <a:lnTo>
                    <a:pt x="5341620" y="116840"/>
                  </a:lnTo>
                  <a:cubicBezTo>
                    <a:pt x="5346700" y="116840"/>
                    <a:pt x="5350510" y="118110"/>
                    <a:pt x="5351780" y="120650"/>
                  </a:cubicBezTo>
                  <a:cubicBezTo>
                    <a:pt x="5354320" y="123190"/>
                    <a:pt x="5354320" y="125730"/>
                    <a:pt x="5354320" y="129540"/>
                  </a:cubicBezTo>
                  <a:lnTo>
                    <a:pt x="5354320" y="407670"/>
                  </a:lnTo>
                  <a:cubicBezTo>
                    <a:pt x="5354320" y="414020"/>
                    <a:pt x="5349240" y="420370"/>
                    <a:pt x="5341620" y="420370"/>
                  </a:cubicBezTo>
                  <a:lnTo>
                    <a:pt x="5062220" y="420370"/>
                  </a:lnTo>
                  <a:lnTo>
                    <a:pt x="5062220" y="421640"/>
                  </a:lnTo>
                  <a:close/>
                  <a:moveTo>
                    <a:pt x="5328920" y="394970"/>
                  </a:moveTo>
                  <a:lnTo>
                    <a:pt x="5328920" y="142240"/>
                  </a:lnTo>
                  <a:lnTo>
                    <a:pt x="5076190" y="142240"/>
                  </a:lnTo>
                  <a:lnTo>
                    <a:pt x="5076190" y="394970"/>
                  </a:lnTo>
                  <a:cubicBezTo>
                    <a:pt x="5076190" y="394970"/>
                    <a:pt x="5328920" y="394970"/>
                    <a:pt x="5328920" y="394970"/>
                  </a:cubicBezTo>
                  <a:close/>
                  <a:moveTo>
                    <a:pt x="6098540" y="351790"/>
                  </a:moveTo>
                  <a:cubicBezTo>
                    <a:pt x="6096000" y="351790"/>
                    <a:pt x="6092190" y="350520"/>
                    <a:pt x="6089650" y="349250"/>
                  </a:cubicBezTo>
                  <a:lnTo>
                    <a:pt x="6028690" y="288290"/>
                  </a:lnTo>
                  <a:lnTo>
                    <a:pt x="5967730" y="349250"/>
                  </a:lnTo>
                  <a:cubicBezTo>
                    <a:pt x="5963920" y="353060"/>
                    <a:pt x="5961380" y="353060"/>
                    <a:pt x="5958840" y="353060"/>
                  </a:cubicBezTo>
                  <a:cubicBezTo>
                    <a:pt x="5956300" y="353060"/>
                    <a:pt x="5952490" y="351790"/>
                    <a:pt x="5949950" y="350520"/>
                  </a:cubicBezTo>
                  <a:cubicBezTo>
                    <a:pt x="5944870" y="345440"/>
                    <a:pt x="5944870" y="336550"/>
                    <a:pt x="5948680" y="331470"/>
                  </a:cubicBezTo>
                  <a:lnTo>
                    <a:pt x="6009640" y="270510"/>
                  </a:lnTo>
                  <a:lnTo>
                    <a:pt x="5948680" y="209550"/>
                  </a:lnTo>
                  <a:cubicBezTo>
                    <a:pt x="5943600" y="204470"/>
                    <a:pt x="5943600" y="195580"/>
                    <a:pt x="5948680" y="190500"/>
                  </a:cubicBezTo>
                  <a:cubicBezTo>
                    <a:pt x="5951220" y="187960"/>
                    <a:pt x="5953760" y="186690"/>
                    <a:pt x="5957570" y="186690"/>
                  </a:cubicBezTo>
                  <a:cubicBezTo>
                    <a:pt x="5961380" y="186690"/>
                    <a:pt x="5965190" y="187960"/>
                    <a:pt x="5966460" y="190500"/>
                  </a:cubicBezTo>
                  <a:lnTo>
                    <a:pt x="6027420" y="251460"/>
                  </a:lnTo>
                  <a:lnTo>
                    <a:pt x="6088380" y="190500"/>
                  </a:lnTo>
                  <a:cubicBezTo>
                    <a:pt x="6090920" y="187960"/>
                    <a:pt x="6093460" y="186690"/>
                    <a:pt x="6097270" y="186690"/>
                  </a:cubicBezTo>
                  <a:cubicBezTo>
                    <a:pt x="6101080" y="186690"/>
                    <a:pt x="6104890" y="187960"/>
                    <a:pt x="6106160" y="190500"/>
                  </a:cubicBezTo>
                  <a:cubicBezTo>
                    <a:pt x="6108700" y="193040"/>
                    <a:pt x="6109970" y="196850"/>
                    <a:pt x="6109970" y="201930"/>
                  </a:cubicBezTo>
                  <a:cubicBezTo>
                    <a:pt x="6109970" y="205740"/>
                    <a:pt x="6108700" y="208280"/>
                    <a:pt x="6106160" y="209550"/>
                  </a:cubicBezTo>
                  <a:lnTo>
                    <a:pt x="6046470" y="269240"/>
                  </a:lnTo>
                  <a:lnTo>
                    <a:pt x="6107430" y="330200"/>
                  </a:lnTo>
                  <a:cubicBezTo>
                    <a:pt x="6112510" y="335280"/>
                    <a:pt x="6112510" y="344170"/>
                    <a:pt x="6107430" y="349250"/>
                  </a:cubicBezTo>
                  <a:cubicBezTo>
                    <a:pt x="6104890" y="351790"/>
                    <a:pt x="6101080" y="351790"/>
                    <a:pt x="6098540" y="351790"/>
                  </a:cubicBezTo>
                  <a:close/>
                  <a:moveTo>
                    <a:pt x="5538470" y="351790"/>
                  </a:moveTo>
                  <a:cubicBezTo>
                    <a:pt x="5532120" y="351790"/>
                    <a:pt x="5525770" y="345440"/>
                    <a:pt x="5525770" y="339090"/>
                  </a:cubicBezTo>
                  <a:lnTo>
                    <a:pt x="5525770" y="199390"/>
                  </a:lnTo>
                  <a:cubicBezTo>
                    <a:pt x="5525770" y="193040"/>
                    <a:pt x="5530850" y="186690"/>
                    <a:pt x="5538470" y="186690"/>
                  </a:cubicBezTo>
                  <a:lnTo>
                    <a:pt x="5692140" y="186690"/>
                  </a:lnTo>
                  <a:cubicBezTo>
                    <a:pt x="5698490" y="186690"/>
                    <a:pt x="5704840" y="191770"/>
                    <a:pt x="5704840" y="199390"/>
                  </a:cubicBezTo>
                  <a:lnTo>
                    <a:pt x="5704840" y="339090"/>
                  </a:lnTo>
                  <a:cubicBezTo>
                    <a:pt x="5704840" y="345440"/>
                    <a:pt x="5699760" y="351790"/>
                    <a:pt x="5692140" y="351790"/>
                  </a:cubicBezTo>
                  <a:lnTo>
                    <a:pt x="5538470" y="351790"/>
                  </a:lnTo>
                  <a:close/>
                  <a:moveTo>
                    <a:pt x="5679440" y="325120"/>
                  </a:moveTo>
                  <a:lnTo>
                    <a:pt x="5679440" y="245110"/>
                  </a:lnTo>
                  <a:lnTo>
                    <a:pt x="5551170" y="245110"/>
                  </a:lnTo>
                  <a:lnTo>
                    <a:pt x="5551170" y="325120"/>
                  </a:lnTo>
                  <a:cubicBezTo>
                    <a:pt x="5551170" y="325120"/>
                    <a:pt x="5679440" y="325120"/>
                    <a:pt x="5679440" y="325120"/>
                  </a:cubicBezTo>
                  <a:close/>
                  <a:moveTo>
                    <a:pt x="5116830" y="351790"/>
                  </a:moveTo>
                  <a:cubicBezTo>
                    <a:pt x="5109210" y="351790"/>
                    <a:pt x="5104130" y="345440"/>
                    <a:pt x="5104130" y="339090"/>
                  </a:cubicBezTo>
                  <a:cubicBezTo>
                    <a:pt x="5104130" y="331470"/>
                    <a:pt x="5110480" y="326390"/>
                    <a:pt x="5116830" y="326390"/>
                  </a:cubicBezTo>
                  <a:lnTo>
                    <a:pt x="5288280" y="326390"/>
                  </a:lnTo>
                  <a:cubicBezTo>
                    <a:pt x="5295900" y="326390"/>
                    <a:pt x="5300980" y="332740"/>
                    <a:pt x="5300980" y="339090"/>
                  </a:cubicBezTo>
                  <a:cubicBezTo>
                    <a:pt x="5300980" y="346710"/>
                    <a:pt x="5294630" y="351790"/>
                    <a:pt x="5288280" y="351790"/>
                  </a:cubicBezTo>
                  <a:lnTo>
                    <a:pt x="5116830" y="351790"/>
                  </a:lnTo>
                  <a:close/>
                </a:path>
              </a:pathLst>
            </a:custGeom>
            <a:solidFill>
              <a:srgbClr val="E5645E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308024" y="5664441"/>
            <a:ext cx="996017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Xin </a:t>
            </a:r>
            <a:r>
              <a:rPr lang="en-US" sz="7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cảm</a:t>
            </a:r>
            <a:r>
              <a:rPr lang="en-US" sz="7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ơn</a:t>
            </a:r>
            <a:r>
              <a:rPr lang="en-US" sz="7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mọi</a:t>
            </a:r>
            <a:r>
              <a:rPr lang="en-US" sz="7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 </a:t>
            </a:r>
            <a:r>
              <a:rPr lang="en-US" sz="7000" b="1" dirty="0" err="1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người</a:t>
            </a:r>
            <a:r>
              <a:rPr lang="en-US" sz="7000" b="1" dirty="0">
                <a:solidFill>
                  <a:srgbClr val="E5645E"/>
                </a:solidFill>
                <a:latin typeface="Arial" panose="020B0604020202020204" pitchFamily="34" charset="0"/>
                <a:ea typeface="Saira Bold"/>
                <a:cs typeface="Arial" panose="020B0604020202020204" pitchFamily="34" charset="0"/>
                <a:sym typeface="Saira Bo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320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Bold</vt:lpstr>
      <vt:lpstr>Saira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Vàng nhạt Hồng Chủ nghĩa số Bài thuyết trình đơn giản</dc:title>
  <dc:creator>Tynty Nguyen</dc:creator>
  <cp:lastModifiedBy>Tynty Nguyen</cp:lastModifiedBy>
  <cp:revision>11</cp:revision>
  <dcterms:created xsi:type="dcterms:W3CDTF">2006-08-16T00:00:00Z</dcterms:created>
  <dcterms:modified xsi:type="dcterms:W3CDTF">2026-01-14T04:57:59Z</dcterms:modified>
  <dc:identifier>DAG-XDlB97A</dc:identifier>
</cp:coreProperties>
</file>